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0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4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1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2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2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4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6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5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7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0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56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6999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81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0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54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58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7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61DAD40-1286-4CE9-AF57-8DB84FB49416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2424D02-B49F-4091-A8CE-5885CA91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53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www.solorder.se/image/data/uploads/KLD1210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0"/>
            <a:ext cx="10084157" cy="6858000"/>
          </a:xfrm>
          <a:prstGeom prst="rect">
            <a:avLst/>
          </a:prstGeom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1103312" y="919136"/>
            <a:ext cx="10320249" cy="41954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Lucida Calligraphy" panose="03010101010101010101" pitchFamily="66" charset="0"/>
              </a:rPr>
              <a:t>In the name of Allah, the most Beneficent and Merciful</a:t>
            </a:r>
            <a:endParaRPr lang="en-US" sz="24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37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FEATURES: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Current Measurement.</a:t>
            </a:r>
          </a:p>
          <a:p>
            <a:r>
              <a:rPr lang="en-US" dirty="0" smtClean="0"/>
              <a:t>Voltage Measurement.</a:t>
            </a:r>
            <a:endParaRPr lang="en-US" dirty="0"/>
          </a:p>
          <a:p>
            <a:r>
              <a:rPr lang="en-US" dirty="0"/>
              <a:t>Temperature and Humidity </a:t>
            </a:r>
            <a:r>
              <a:rPr lang="en-US" dirty="0" smtClean="0"/>
              <a:t>Measurement.</a:t>
            </a:r>
          </a:p>
          <a:p>
            <a:r>
              <a:rPr lang="en-US" dirty="0" smtClean="0"/>
              <a:t>Automatic Battery Charging.</a:t>
            </a:r>
          </a:p>
          <a:p>
            <a:r>
              <a:rPr lang="en-US" dirty="0" smtClean="0"/>
              <a:t>Full Load Control.</a:t>
            </a:r>
          </a:p>
          <a:p>
            <a:r>
              <a:rPr lang="en-US" dirty="0" smtClean="0"/>
              <a:t>Dry and Wet Cleaning.</a:t>
            </a:r>
          </a:p>
          <a:p>
            <a:r>
              <a:rPr lang="en-US" dirty="0" smtClean="0"/>
              <a:t>Timing Control.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1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COMPONENTS: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4"/>
            <a:ext cx="10233800" cy="4687717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2-channel Relay Module.</a:t>
            </a:r>
          </a:p>
          <a:p>
            <a:r>
              <a:rPr lang="en-US" dirty="0" smtClean="0"/>
              <a:t>Ds3231 RTC Module.</a:t>
            </a:r>
          </a:p>
          <a:p>
            <a:r>
              <a:rPr lang="en-US" dirty="0" smtClean="0"/>
              <a:t>ACS712-5A.</a:t>
            </a:r>
          </a:p>
          <a:p>
            <a:r>
              <a:rPr lang="en-US" dirty="0" smtClean="0"/>
              <a:t>Voltage Sensor.</a:t>
            </a:r>
          </a:p>
          <a:p>
            <a:r>
              <a:rPr lang="en-US" dirty="0" smtClean="0"/>
              <a:t>DHT-11 Temperature and Humidity Sensor.</a:t>
            </a:r>
          </a:p>
          <a:p>
            <a:r>
              <a:rPr lang="en-US" dirty="0" smtClean="0"/>
              <a:t>Ultrasonic Sensor.</a:t>
            </a:r>
          </a:p>
          <a:p>
            <a:r>
              <a:rPr lang="en-US" dirty="0" smtClean="0"/>
              <a:t>24V Lead Acid Battery.</a:t>
            </a:r>
          </a:p>
          <a:p>
            <a:r>
              <a:rPr lang="en-US" dirty="0" smtClean="0"/>
              <a:t>PWM Solar charge Controller.</a:t>
            </a:r>
          </a:p>
          <a:p>
            <a:r>
              <a:rPr lang="en-US" dirty="0" smtClean="0"/>
              <a:t>BTS7960 PWM Motor </a:t>
            </a:r>
            <a:r>
              <a:rPr lang="en-US" dirty="0" smtClean="0"/>
              <a:t>Driver.</a:t>
            </a:r>
          </a:p>
          <a:p>
            <a:r>
              <a:rPr lang="en-US" dirty="0" smtClean="0"/>
              <a:t>MP2307 Mini DC </a:t>
            </a:r>
            <a:r>
              <a:rPr lang="en-US" smtClean="0"/>
              <a:t>Buck Converter</a:t>
            </a:r>
            <a:endParaRPr lang="en-US" dirty="0" smtClean="0"/>
          </a:p>
          <a:p>
            <a:r>
              <a:rPr lang="en-US" dirty="0" smtClean="0"/>
              <a:t>16x4 LCD. </a:t>
            </a:r>
          </a:p>
          <a:p>
            <a:r>
              <a:rPr lang="en-US" dirty="0" smtClean="0"/>
              <a:t>2.5A Gear Motor.</a:t>
            </a:r>
          </a:p>
          <a:p>
            <a:r>
              <a:rPr lang="en-US" dirty="0" smtClean="0"/>
              <a:t>37V/7A Solar Plate.</a:t>
            </a:r>
          </a:p>
          <a:p>
            <a:r>
              <a:rPr lang="en-US" dirty="0" smtClean="0"/>
              <a:t>12V Water Pump.	</a:t>
            </a:r>
          </a:p>
          <a:p>
            <a:r>
              <a:rPr lang="en-US" dirty="0" smtClean="0"/>
              <a:t>Arduino Mega.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0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1. Current Sensor: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78" y="2008505"/>
            <a:ext cx="8100444" cy="4351338"/>
          </a:xfrm>
        </p:spPr>
      </p:pic>
    </p:spTree>
    <p:extLst>
      <p:ext uri="{BB962C8B-B14F-4D97-AF65-F5344CB8AC3E}">
        <p14:creationId xmlns:p14="http://schemas.microsoft.com/office/powerpoint/2010/main" val="102554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2. VOLTAGE SENSOR: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93103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85977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DS3231 RTC: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906" y="1908842"/>
            <a:ext cx="6876188" cy="4351338"/>
          </a:xfrm>
        </p:spPr>
      </p:pic>
    </p:spTree>
    <p:extLst>
      <p:ext uri="{BB962C8B-B14F-4D97-AF65-F5344CB8AC3E}">
        <p14:creationId xmlns:p14="http://schemas.microsoft.com/office/powerpoint/2010/main" val="22351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DHT-11 Sensor: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2212402"/>
            <a:ext cx="4762500" cy="3810000"/>
          </a:xfrm>
        </p:spPr>
      </p:pic>
    </p:spTree>
    <p:extLst>
      <p:ext uri="{BB962C8B-B14F-4D97-AF65-F5344CB8AC3E}">
        <p14:creationId xmlns:p14="http://schemas.microsoft.com/office/powerpoint/2010/main" val="35675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5. Ultrasonic Sensor: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smtClean="0"/>
              <a:t>x </a:t>
            </a:r>
            <a:r>
              <a:rPr lang="en-US" dirty="0" smtClean="0"/>
              <a:t>Ultrasonic Sensors.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112" y="2546071"/>
            <a:ext cx="58197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0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</a:t>
            </a:r>
            <a:r>
              <a:rPr lang="en-US" b="1" dirty="0" smtClean="0"/>
              <a:t>. 2-CHANNEL RELAY MODULE: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680" y="2042386"/>
            <a:ext cx="4642640" cy="4351338"/>
          </a:xfrm>
        </p:spPr>
      </p:pic>
    </p:spTree>
    <p:extLst>
      <p:ext uri="{BB962C8B-B14F-4D97-AF65-F5344CB8AC3E}">
        <p14:creationId xmlns:p14="http://schemas.microsoft.com/office/powerpoint/2010/main" val="160475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</a:t>
            </a:r>
            <a:r>
              <a:rPr lang="en-US" b="1" dirty="0" smtClean="0"/>
              <a:t>. HIGH CURRENT MOTOR DRIVER: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Input voltage: </a:t>
            </a:r>
            <a:r>
              <a:rPr lang="en-US" sz="2000" dirty="0" smtClean="0"/>
              <a:t>6V-27V</a:t>
            </a:r>
          </a:p>
          <a:p>
            <a:r>
              <a:rPr lang="en-US" sz="2000" dirty="0"/>
              <a:t>Maximum current: </a:t>
            </a:r>
            <a:r>
              <a:rPr lang="en-US" sz="2000" dirty="0" smtClean="0"/>
              <a:t>43A</a:t>
            </a:r>
          </a:p>
          <a:p>
            <a:r>
              <a:rPr lang="en-US" sz="2000" dirty="0" smtClean="0"/>
              <a:t>2x 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9" y="2897945"/>
            <a:ext cx="7315201" cy="353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9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65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8</a:t>
            </a:r>
            <a:r>
              <a:rPr lang="en-US" sz="4000" b="1" dirty="0" smtClean="0"/>
              <a:t>. PWM SOLAR CHARGE CONTROLLER</a:t>
            </a:r>
            <a:endParaRPr lang="en-US" sz="40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20000" y="1416416"/>
            <a:ext cx="10233800" cy="4351338"/>
          </a:xfrm>
        </p:spPr>
        <p:txBody>
          <a:bodyPr>
            <a:noAutofit/>
          </a:bodyPr>
          <a:lstStyle/>
          <a:p>
            <a:r>
              <a:rPr lang="en-US" sz="2000" dirty="0" smtClean="0"/>
              <a:t>Built-in Micro-controller.</a:t>
            </a:r>
          </a:p>
          <a:p>
            <a:r>
              <a:rPr lang="en-US" sz="1800" dirty="0"/>
              <a:t>Adjustable charge / discharge parameters</a:t>
            </a:r>
          </a:p>
          <a:p>
            <a:r>
              <a:rPr lang="en-US" sz="1800" dirty="0"/>
              <a:t>Battery deep drain (low voltage) </a:t>
            </a:r>
            <a:r>
              <a:rPr lang="en-US" sz="1800" dirty="0" smtClean="0"/>
              <a:t>protection</a:t>
            </a:r>
          </a:p>
          <a:p>
            <a:r>
              <a:rPr lang="en-US" sz="1800" dirty="0" smtClean="0"/>
              <a:t>Automatic System Voltage Identification.</a:t>
            </a:r>
          </a:p>
          <a:p>
            <a:r>
              <a:rPr lang="en-US" sz="1800" dirty="0" smtClean="0"/>
              <a:t>Overload </a:t>
            </a:r>
            <a:r>
              <a:rPr lang="en-US" sz="1800" dirty="0"/>
              <a:t>and Short circuit </a:t>
            </a:r>
            <a:r>
              <a:rPr lang="en-US" sz="1800" dirty="0" smtClean="0"/>
              <a:t>protection</a:t>
            </a:r>
            <a:endParaRPr lang="en-US" sz="2000" dirty="0" smtClean="0"/>
          </a:p>
          <a:p>
            <a:r>
              <a:rPr lang="en-US" sz="1800" dirty="0" smtClean="0"/>
              <a:t>5V/2A Dual USB O/P.</a:t>
            </a:r>
          </a:p>
          <a:p>
            <a:r>
              <a:rPr lang="en-US" sz="1800" dirty="0" smtClean="0"/>
              <a:t>3x Control Buttons</a:t>
            </a:r>
          </a:p>
          <a:p>
            <a:r>
              <a:rPr lang="en-US" sz="1800" dirty="0"/>
              <a:t>Battery Option </a:t>
            </a:r>
            <a:endParaRPr lang="en-US" sz="1800" dirty="0" smtClean="0"/>
          </a:p>
          <a:p>
            <a:pPr lvl="1"/>
            <a:r>
              <a:rPr lang="en-US" sz="1600" dirty="0" smtClean="0"/>
              <a:t>(Gel, Lead-Acid, FLOODED, Lithium-ion LiFePO4</a:t>
            </a:r>
            <a:r>
              <a:rPr lang="en-US" sz="1600" dirty="0"/>
              <a:t>)</a:t>
            </a:r>
            <a:endParaRPr lang="en-US" sz="1600" dirty="0" smtClean="0"/>
          </a:p>
          <a:p>
            <a:r>
              <a:rPr lang="en-US" sz="2000" dirty="0" smtClean="0"/>
              <a:t>Full Load Control.</a:t>
            </a:r>
          </a:p>
          <a:p>
            <a:pPr lvl="1"/>
            <a:r>
              <a:rPr lang="en-US" sz="1800" dirty="0" smtClean="0"/>
              <a:t>Load On control when battery&gt;threshold</a:t>
            </a:r>
          </a:p>
          <a:p>
            <a:pPr lvl="1"/>
            <a:r>
              <a:rPr lang="en-US" sz="1800" dirty="0" smtClean="0"/>
              <a:t>Load Off control when battery&lt; threshold</a:t>
            </a:r>
          </a:p>
          <a:p>
            <a:pPr lvl="1"/>
            <a:r>
              <a:rPr lang="en-US" sz="1800" dirty="0" smtClean="0"/>
              <a:t>Manual Load On/Off.</a:t>
            </a:r>
          </a:p>
          <a:p>
            <a:pPr marL="0" indent="0" algn="ctr">
              <a:buNone/>
            </a:pPr>
            <a:r>
              <a:rPr lang="en-US" sz="2000" dirty="0" smtClean="0">
                <a:hlinkClick r:id="rId2"/>
              </a:rPr>
              <a:t>https</a:t>
            </a:r>
            <a:r>
              <a:rPr lang="en-US" sz="2000" dirty="0">
                <a:hlinkClick r:id="rId2"/>
              </a:rPr>
              <a:t>://www.solorder.se/image/data/uploads/KLD1210.pdf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989" y="1690688"/>
            <a:ext cx="5241611" cy="407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</a:t>
            </a:r>
            <a:r>
              <a:rPr lang="en-US" b="1" dirty="0" smtClean="0"/>
              <a:t>. 12V WATER PUMP: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200969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10837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10. 16x4 LCD  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938166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28093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11. Arduino MEGA :</a:t>
            </a:r>
            <a:endParaRPr lang="en-US" b="1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123844"/>
            <a:ext cx="6096000" cy="4008120"/>
          </a:xfrm>
        </p:spPr>
      </p:pic>
    </p:spTree>
    <p:extLst>
      <p:ext uri="{BB962C8B-B14F-4D97-AF65-F5344CB8AC3E}">
        <p14:creationId xmlns:p14="http://schemas.microsoft.com/office/powerpoint/2010/main" val="55162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321" y="103031"/>
            <a:ext cx="7435357" cy="665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7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401</TotalTime>
  <Words>240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Lucida Calligraphy</vt:lpstr>
      <vt:lpstr>Depth</vt:lpstr>
      <vt:lpstr>PowerPoint Presentation</vt:lpstr>
      <vt:lpstr>FEATURES:</vt:lpstr>
      <vt:lpstr>COMPONENTS:</vt:lpstr>
      <vt:lpstr>1. Current Sensor:</vt:lpstr>
      <vt:lpstr>2. VOLTAGE SENSOR:</vt:lpstr>
      <vt:lpstr>3. DS3231 RTC:</vt:lpstr>
      <vt:lpstr>4. DHT-11 Sensor:</vt:lpstr>
      <vt:lpstr>5. Ultrasonic Sensor:</vt:lpstr>
      <vt:lpstr>6. 2-CHANNEL RELAY MODULE:</vt:lpstr>
      <vt:lpstr>7. HIGH CURRENT MOTOR DRIVER:</vt:lpstr>
      <vt:lpstr>8. PWM SOLAR CHARGE CONTROLLER</vt:lpstr>
      <vt:lpstr>9. 12V WATER PUMP:</vt:lpstr>
      <vt:lpstr>10. 16x4 LCD   </vt:lpstr>
      <vt:lpstr>11. Arduino MEGA :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Abdullah</dc:creator>
  <cp:lastModifiedBy>Muhammad Abdullah</cp:lastModifiedBy>
  <cp:revision>22</cp:revision>
  <dcterms:created xsi:type="dcterms:W3CDTF">2020-05-15T18:01:25Z</dcterms:created>
  <dcterms:modified xsi:type="dcterms:W3CDTF">2020-05-17T20:27:05Z</dcterms:modified>
</cp:coreProperties>
</file>